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3600000" cy="2700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框"/>
          <p:cNvSpPr txBox="1"/>
          <p:nvPr/>
        </p:nvSpPr>
        <p:spPr>
          <a:xfrm>
            <a:off x="360000" y="360000"/>
            <a:ext cx="2880000" cy="720000"/>
          </a:xfrm>
          <a:prstGeom prst="rect">
            <a:avLst/>
          </a:prstGeom>
        </p:spPr>
        <p:txBody>
          <a:bodyPr/>
          <a:p>
            <a:r>
              <a:rPr lang="zh-CN" b="1"/>
              <a:t>薯片演示</a:t>
            </a:r>
          </a:p>
        </p:txBody>
      </p:sp>
    </p:spTree>
  </p:cSld>
</p:sld>
</file>

<file path=ppt/theme/theme1.xml><?xml version="1.0" encoding="utf-8"?>
<a:theme xmlns:a="http://schemas.openxmlformats.org/drawingml/2006/main" name="薯片主题">
  <a:themeElements>
    <a:clrScheme name="薯片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薯片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薯片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